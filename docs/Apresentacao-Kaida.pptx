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Abertura, cerca de 1 minuto. Apresentar o grupo e dizer em uma frase o que e o jogo: um metroidvania 2D em que a personagem atravessa cinco regioes de um vale, ganha uma habilidade que destrava caminho e enfrenta um chefe no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genero em uma frase: metroidvania e mapa percorrido nos dois sentidos, com habilidade que destrava caminho. O pulo duplo e o exemplo disso no jogo.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as cinco regioes na ordem e dizer o papel de cada uma. Destacar que a volta e possivel e que e ela que caracteriza o genero.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Pode valer mostrar ao vivo: pulo curto e pulo longo, e depois sair correndo da beirada e pular. Sao os dois ajustes que ninguem percebe quando estao certos e todo mundo percebe quando faltam.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aqui e que os tres inimigos nao sao o mesmo inimigo com cores diferentes: cada um cobra uma leitura diferente do jogador. O caracol e o mais claro disso, porque atacar no momento errado nao tira vida nenhuma.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bom para mostrar codigo ao vivo: PlataformaSolta.cs tem menos de 150 linhas e cobre corpo cinematico, corpo dinamico, colisao e contagem no passo de fisica.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tela de creditos nao e enfeite: a entrega pede que a fonte dos assets apareca numa tela de creditos do jogo, e ela esta no menu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 subir o volume por alguns segundos durante a demonstracao e trocar de regiao, para dar para ouvir a tonica mudando.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Demonstracao forte: editar uma linha do mapa ao vivo, rodar MONTAR TUDO e mostrar a regiao mudando. Se o tempo estiver curto, basta mostrar o texto ao lado da captura.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Nao listar os testes. Contar a historia do golpe que saia pelas costas: e ela que mostra que o grupo entendeu para que serve um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fala da propria frente, cerca de um minuto e meio, abrindo a pasta correspondente no projeto. E o que o professor pede nos 15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Fechamento, cerca de dois minutos: o que o grupo aprendeu e as dificuldades enfrentadas. Deixar este slide na tela durante as perguntas, porque ele tem o endereco do repositorio.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unio/Downloads/dev/UnityMetroidvania/Capturas/Interface/02_jogo_com_hu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0A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60B0A">
              <a:alpha val="88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755648"/>
            <a:ext cx="64008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spc="600" kern="0" dirty="0">
                <a:solidFill>
                  <a:srgbClr val="EF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KAIDA</a:t>
            </a:r>
            <a:endParaRPr lang="en-US" sz="8800" dirty="0"/>
          </a:p>
        </p:txBody>
      </p:sp>
      <p:sp>
        <p:nvSpPr>
          <p:cNvPr id="6" name="Text 3"/>
          <p:cNvSpPr txBox="1"/>
          <p:nvPr/>
        </p:nvSpPr>
        <p:spPr>
          <a:xfrm>
            <a:off x="786384" y="327355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Raízes do Esquecimento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786384" y="38221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Metroidvania 2D · Unity 2022.3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6384" y="4846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Pereira Raimundo  ·  Fabrício Júnio Almeida Dias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Kauã Limão Nunes  ·  Luan Miranda Padilha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5715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de Jogos Digitais  ·  Ciência da Computação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57200" cy="457200"/>
          </a:xfrm>
          <a:prstGeom prst="ellipse">
            <a:avLst/>
          </a:prstGeom>
          <a:solidFill>
            <a:srgbClr val="EFC9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C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20624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jogo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vale que esqueceu de si mesmo, e uma personagem atrás do que restou da própria memória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Metroidvania 2D: o mapa é percorrido nos dois sentidos, e uma habilidade encontrada no meio dele abre caminhos que antes estavam fechados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regiões conectadas, com início, meio e fim jogáveis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dificuldades, escolhidas ao começar a partida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tentativas por partida, e save automático nos marcos de descanso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983480"/>
            <a:ext cx="5394960" cy="1143000"/>
          </a:xfrm>
          <a:prstGeom prst="roundRect">
            <a:avLst>
              <a:gd name="adj" fmla="val 4000"/>
            </a:avLst>
          </a:prstGeom>
          <a:solidFill>
            <a:srgbClr val="18242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51389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Pulo duplo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44982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funciona depois de ser encontrado no mapa. É ele que transforma um corredor em atalho.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37376" y="1728216"/>
            <a:ext cx="5166360" cy="1984248"/>
          </a:xfrm>
          <a:prstGeom prst="roundRect">
            <a:avLst>
              <a:gd name="adj" fmla="val 2765"/>
            </a:avLst>
          </a:prstGeom>
          <a:solidFill>
            <a:srgbClr val="182422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1" name="Image 0" descr="C:/Users/junio/Downloads/dev/UnityMetroidvania/Capturas/01_OrlaDaVil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1783080"/>
            <a:ext cx="5056632" cy="18745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492240" y="3767328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 da Vila, a primeira região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37376" y="4169664"/>
            <a:ext cx="5166360" cy="1984248"/>
          </a:xfrm>
          <a:prstGeom prst="roundRect">
            <a:avLst>
              <a:gd name="adj" fmla="val 2765"/>
            </a:avLst>
          </a:prstGeom>
          <a:solidFill>
            <a:srgbClr val="182422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4" name="Image 1" descr="C:/Users/junio/Downloads/dev/UnityMetroidvania/Capturas/03_LagoSilen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4224528"/>
            <a:ext cx="5056632" cy="18745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492240" y="6208776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 Silente, a travessia por cima da água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57200" cy="457200"/>
          </a:xfrm>
          <a:prstGeom prst="ellipse">
            <a:avLst/>
          </a:prstGeom>
          <a:solidFill>
            <a:srgbClr val="EFC9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C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20624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vale, em cinco regiões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com um papel diferente na progressão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2148840" cy="996696"/>
          </a:xfrm>
          <a:prstGeom prst="roundRect">
            <a:avLst>
              <a:gd name="adj" fmla="val 4587"/>
            </a:avLst>
          </a:prstGeom>
          <a:solidFill>
            <a:srgbClr val="182422"/>
          </a:solidFill>
          <a:ln/>
        </p:spPr>
      </p:sp>
      <p:pic>
        <p:nvPicPr>
          <p:cNvPr id="7" name="Image 0" descr="C:/Users/junio/Downloads/dev/UnityMetroidvania/Capturas/Mapas/01_OrlaDaVil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11680"/>
            <a:ext cx="2057400" cy="9052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3127248"/>
            <a:ext cx="310896" cy="310896"/>
          </a:xfrm>
          <a:prstGeom prst="ellipse">
            <a:avLst/>
          </a:prstGeom>
          <a:solidFill>
            <a:srgbClr val="8CB43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42416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Orla da Vila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4930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807208" y="1965960"/>
            <a:ext cx="2148840" cy="996696"/>
          </a:xfrm>
          <a:prstGeom prst="roundRect">
            <a:avLst>
              <a:gd name="adj" fmla="val 4587"/>
            </a:avLst>
          </a:prstGeom>
          <a:solidFill>
            <a:srgbClr val="182422"/>
          </a:solidFill>
          <a:ln/>
        </p:spPr>
      </p:sp>
      <p:pic>
        <p:nvPicPr>
          <p:cNvPr id="13" name="Image 1" descr="C:/Users/junio/Downloads/dev/UnityMetroidvania/Capturas/Mapas/02_FlorestaSilen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52928" y="2011680"/>
            <a:ext cx="2057400" cy="90525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52928" y="3127248"/>
            <a:ext cx="310896" cy="310896"/>
          </a:xfrm>
          <a:prstGeom prst="ellipse">
            <a:avLst/>
          </a:prstGeom>
          <a:solidFill>
            <a:srgbClr val="8CB43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2852928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255264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Floresta Silente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852928" y="34930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pulo duplo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0056" y="1965960"/>
            <a:ext cx="2148840" cy="996696"/>
          </a:xfrm>
          <a:prstGeom prst="roundRect">
            <a:avLst>
              <a:gd name="adj" fmla="val 4587"/>
            </a:avLst>
          </a:prstGeom>
          <a:solidFill>
            <a:srgbClr val="182422"/>
          </a:solidFill>
          <a:ln/>
        </p:spPr>
      </p:sp>
      <p:pic>
        <p:nvPicPr>
          <p:cNvPr id="19" name="Image 2" descr="C:/Users/junio/Downloads/dev/UnityMetroidvania/Capturas/Mapas/03_LagoSilent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65776" y="2011680"/>
            <a:ext cx="2057400" cy="905256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5065776" y="3127248"/>
            <a:ext cx="310896" cy="310896"/>
          </a:xfrm>
          <a:prstGeom prst="ellipse">
            <a:avLst/>
          </a:prstGeom>
          <a:solidFill>
            <a:srgbClr val="8CB43C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065776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68112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 Silente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065776" y="34930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travessia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232904" y="1965960"/>
            <a:ext cx="2148840" cy="996696"/>
          </a:xfrm>
          <a:prstGeom prst="roundRect">
            <a:avLst>
              <a:gd name="adj" fmla="val 4587"/>
            </a:avLst>
          </a:prstGeom>
          <a:solidFill>
            <a:srgbClr val="182422"/>
          </a:solidFill>
          <a:ln/>
        </p:spPr>
      </p:sp>
      <p:pic>
        <p:nvPicPr>
          <p:cNvPr id="25" name="Image 3" descr="C:/Users/junio/Downloads/dev/UnityMetroidvania/Capturas/Mapas/04_CavernaMusgos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278624" y="2011680"/>
            <a:ext cx="2057400" cy="905256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7278624" y="3127248"/>
            <a:ext cx="310896" cy="310896"/>
          </a:xfrm>
          <a:prstGeom prst="ellipse">
            <a:avLst/>
          </a:prstGeom>
          <a:solidFill>
            <a:srgbClr val="8CB43C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7278624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7680960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Caverna Musgosa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7278624" y="34930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verticalidade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445752" y="1965960"/>
            <a:ext cx="2148840" cy="996696"/>
          </a:xfrm>
          <a:prstGeom prst="roundRect">
            <a:avLst>
              <a:gd name="adj" fmla="val 4587"/>
            </a:avLst>
          </a:prstGeom>
          <a:solidFill>
            <a:srgbClr val="182422"/>
          </a:solidFill>
          <a:ln/>
        </p:spPr>
      </p:sp>
      <p:pic>
        <p:nvPicPr>
          <p:cNvPr id="31" name="Image 4" descr="C:/Users/junio/Downloads/dev/UnityMetroidvania/Capturas/Mapas/05_SantuarioEsquecido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91472" y="2011680"/>
            <a:ext cx="2057400" cy="905256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9491472" y="3127248"/>
            <a:ext cx="310896" cy="310896"/>
          </a:xfrm>
          <a:prstGeom prst="ellipse">
            <a:avLst/>
          </a:prstGeom>
          <a:solidFill>
            <a:srgbClr val="EFC97A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9491472" y="3127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0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9893808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Santuário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9491472" y="349300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chefe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640080" y="4069080"/>
            <a:ext cx="5394960" cy="2011680"/>
          </a:xfrm>
          <a:prstGeom prst="roundRect">
            <a:avLst>
              <a:gd name="adj" fmla="val 2273"/>
            </a:avLst>
          </a:prstGeom>
          <a:solidFill>
            <a:srgbClr val="182422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896112" y="4270248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ida e a volta</a:t>
            </a:r>
            <a:endParaRPr lang="en-US" sz="1500" dirty="0"/>
          </a:p>
        </p:txBody>
      </p:sp>
      <p:sp>
        <p:nvSpPr>
          <p:cNvPr id="38" name="Text 31"/>
          <p:cNvSpPr txBox="1"/>
          <p:nvPr/>
        </p:nvSpPr>
        <p:spPr>
          <a:xfrm>
            <a:off x="896112" y="4636008"/>
            <a:ext cx="48828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passagens funcionam nos dois sentidos, com ponto de chegada próprio. Voltar à Floresta depois do pulo duplo alcança o que antes ficava alto demais.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6272784" y="4069080"/>
            <a:ext cx="5394960" cy="2011680"/>
          </a:xfrm>
          <a:prstGeom prst="roundRect">
            <a:avLst>
              <a:gd name="adj" fmla="val 2273"/>
            </a:avLst>
          </a:prstGeom>
          <a:solidFill>
            <a:srgbClr val="182422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6528816" y="4270248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 não mata</a:t>
            </a:r>
            <a:endParaRPr lang="en-US" sz="1500" dirty="0"/>
          </a:p>
        </p:txBody>
      </p:sp>
      <p:sp>
        <p:nvSpPr>
          <p:cNvPr id="41" name="Text 34"/>
          <p:cNvSpPr txBox="1"/>
          <p:nvPr/>
        </p:nvSpPr>
        <p:spPr>
          <a:xfrm>
            <a:off x="6528816" y="4636008"/>
            <a:ext cx="488289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Lago, errar a travessia custa vida e devolve ao último marco de descanso, em vez de encerrar a partida. A punição é o caminho refeito, não o recomeço.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57200" cy="457200"/>
          </a:xfrm>
          <a:prstGeom prst="ellipse">
            <a:avLst/>
          </a:prstGeom>
          <a:solidFill>
            <a:srgbClr val="EFC9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C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20624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Movimento e game feel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 o controle parecer justo, e que quase não se percebe jogando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83664"/>
            <a:ext cx="347472" cy="347472"/>
          </a:xfrm>
          <a:prstGeom prst="ellipse">
            <a:avLst/>
          </a:prstGeom>
          <a:solidFill>
            <a:srgbClr val="8CB4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52144" y="18288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Gravidade assimétrica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215798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queda puxa mais forte que a subida. O pulo sobe com leveza e desce com peso.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962656"/>
            <a:ext cx="347472" cy="347472"/>
          </a:xfrm>
          <a:prstGeom prst="ellipse">
            <a:avLst/>
          </a:prstGeom>
          <a:solidFill>
            <a:srgbClr val="8CB4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52144" y="2907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Pulo de altura variável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" y="323697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Soltar a tecla no meio corta a subida. Toque curto e toque longo sobem diferente.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41648"/>
            <a:ext cx="347472" cy="347472"/>
          </a:xfrm>
          <a:prstGeom prst="ellipse">
            <a:avLst/>
          </a:prstGeom>
          <a:solidFill>
            <a:srgbClr val="8CB4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52144" y="398678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Coyote time, 0,11 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" y="43159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da beirada e ainda conseguir pular. Sem isso o jogador jura que apertou a tempo.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347472" cy="347472"/>
          </a:xfrm>
          <a:prstGeom prst="ellipse">
            <a:avLst/>
          </a:prstGeom>
          <a:solidFill>
            <a:srgbClr val="8CB4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52144" y="506577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buffer, 0,13 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" y="53949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Apertar um instante antes de pousar e o pulo sair assim que os pés tocam o chão.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37376" y="1819656"/>
            <a:ext cx="5166360" cy="2240280"/>
          </a:xfrm>
          <a:prstGeom prst="roundRect">
            <a:avLst>
              <a:gd name="adj" fmla="val 2449"/>
            </a:avLst>
          </a:prstGeom>
          <a:solidFill>
            <a:srgbClr val="182422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0" descr="C:/Users/junio/Downloads/dev/UnityMetroidvania/Capturas/02_FlorestaSilen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1874520"/>
            <a:ext cx="5056632" cy="213055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492240" y="4343400"/>
            <a:ext cx="5056632" cy="1737360"/>
          </a:xfrm>
          <a:prstGeom prst="roundRect">
            <a:avLst>
              <a:gd name="adj" fmla="val 2632"/>
            </a:avLst>
          </a:prstGeom>
          <a:solidFill>
            <a:srgbClr val="18242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748272" y="4544568"/>
            <a:ext cx="4544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Oito estados, um arquivo cada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748272" y="4910328"/>
            <a:ext cx="4544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Parado, correndo, pulando, caindo, dash, ataque, dano e morte. Cada um decide sozinho para onde vai, sem uma pilha de condicionais no meio.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57200" cy="457200"/>
          </a:xfrm>
          <a:prstGeom prst="ellipse">
            <a:avLst/>
          </a:prstGeom>
          <a:solidFill>
            <a:srgbClr val="EFC9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C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20624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Inimigos e o Guardião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padrões de ataque diferentes, e um chefe que muda de comportamento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502152" cy="1920240"/>
          </a:xfrm>
          <a:prstGeom prst="roundRect">
            <a:avLst>
              <a:gd name="adj" fmla="val 2381"/>
            </a:avLst>
          </a:prstGeom>
          <a:solidFill>
            <a:srgbClr val="18242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029968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Javali-Casca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395728"/>
            <a:ext cx="29900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Telegrafa e investe. Dá tempo de sair do caminho, se a leitura for feita.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02152" cy="1920240"/>
          </a:xfrm>
          <a:prstGeom prst="roundRect">
            <a:avLst>
              <a:gd name="adj" fmla="val 2381"/>
            </a:avLst>
          </a:prstGeom>
          <a:solidFill>
            <a:srgbClr val="1824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9432" y="2029968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Abelha-Eco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395728"/>
            <a:ext cx="29900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Mergulha em diagonal, de cima para baixo. Obriga a olhar para o alto.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02152" cy="1920240"/>
          </a:xfrm>
          <a:prstGeom prst="roundRect">
            <a:avLst>
              <a:gd name="adj" fmla="val 2381"/>
            </a:avLst>
          </a:prstGeom>
          <a:solidFill>
            <a:srgbClr val="1824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02752" y="2029968"/>
            <a:ext cx="2990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Caracol-Rastejante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2395728"/>
            <a:ext cx="29900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fecha na casca e fica imune por um instante. Atacar na hora errada não tira nada.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5394960" cy="2011680"/>
          </a:xfrm>
          <a:prstGeom prst="roundRect">
            <a:avLst>
              <a:gd name="adj" fmla="val 2273"/>
            </a:avLst>
          </a:prstGeom>
          <a:solidFill>
            <a:srgbClr val="1824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7939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F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Guardião do Lúmen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681728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de vida única, alternando feixes e investidas. Corpo cinemático, e não dinâmico: como corpo dinâmico ele pousava numa plataforma da arena e ficava alto demais para o ataque corpo a corpo.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37376" y="4014216"/>
            <a:ext cx="5166360" cy="2121408"/>
          </a:xfrm>
          <a:prstGeom prst="roundRect">
            <a:avLst>
              <a:gd name="adj" fmla="val 2586"/>
            </a:avLst>
          </a:prstGeom>
          <a:solidFill>
            <a:srgbClr val="182422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0" descr="C:/Users/junio/Downloads/dev/UnityMetroidvania/Capturas/05_SantuarioEsquecid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4069080"/>
            <a:ext cx="5056632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57200" cy="457200"/>
          </a:xfrm>
          <a:prstGeom prst="ellipse">
            <a:avLst/>
          </a:prstGeom>
          <a:solidFill>
            <a:srgbClr val="EFC9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C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20624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laje solta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objeto que usa os dois tipos de corpo rígido, e mostra por que os dois existem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01952"/>
            <a:ext cx="402336" cy="402336"/>
          </a:xfrm>
          <a:prstGeom prst="ellipse">
            <a:avLst/>
          </a:prstGeom>
          <a:solidFill>
            <a:srgbClr val="8CB4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01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0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25296" y="18288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25296" y="2176272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cinemático, sem gravidade. Fica suspensa no ar e não é empurrada por quem encosta.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55264"/>
            <a:ext cx="402336" cy="402336"/>
          </a:xfrm>
          <a:prstGeom prst="ellipse">
            <a:avLst/>
          </a:prstGeom>
          <a:solidFill>
            <a:srgbClr val="8CB4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2552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0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25296" y="31821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Andando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25296" y="3529584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contato do jogador libera a laje. Ela desliza em linha reta por cinco segundos, levando junto quem está em cima.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608576"/>
            <a:ext cx="402336" cy="402336"/>
          </a:xfrm>
          <a:prstGeom prst="ellipse">
            <a:avLst/>
          </a:prstGeom>
          <a:solidFill>
            <a:srgbClr val="EFC9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608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0C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25296" y="453542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Caindo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25296" y="4882896"/>
            <a:ext cx="5029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vira dinâmico. A queda passa a ser a gravidade do mundo, e ela pousa na plataforma de baixo.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1828800"/>
            <a:ext cx="5056632" cy="1874520"/>
          </a:xfrm>
          <a:prstGeom prst="roundRect">
            <a:avLst>
              <a:gd name="adj" fmla="val 2439"/>
            </a:avLst>
          </a:prstGeom>
          <a:solidFill>
            <a:srgbClr val="18242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48272" y="2029968"/>
            <a:ext cx="4544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cinemática no começo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748272" y="2395728"/>
            <a:ext cx="45445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 com a gravidade desligada pareceria igual, mas seria empurrada por quem encosta: bastaria chegar correndo para a laje sair do lugar antes da hora.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3931920"/>
            <a:ext cx="5056632" cy="2148840"/>
          </a:xfrm>
          <a:prstGeom prst="roundRect">
            <a:avLst>
              <a:gd name="adj" fmla="val 2128"/>
            </a:avLst>
          </a:prstGeom>
          <a:solidFill>
            <a:srgbClr val="18242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48272" y="4133088"/>
            <a:ext cx="4544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ela carrega quem está em cima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748272" y="4498848"/>
            <a:ext cx="454456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controlador do jogador reescreve a velocidade dele a cada passo de física, então o atrito não empurra ninguém. Sem a laje mover o passageiro, ela escorregaria por baixo dos pés e deixaria a personagem plantada no ar.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57200" cy="457200"/>
          </a:xfrm>
          <a:prstGeom prst="ellipse">
            <a:avLst/>
          </a:prstGeom>
          <a:solidFill>
            <a:srgbClr val="EFC9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C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20624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e feedback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o jogo precisa dizer ao jogador sem tirá-lo do jogo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5216" y="1865376"/>
            <a:ext cx="3566160" cy="1618488"/>
          </a:xfrm>
          <a:prstGeom prst="roundRect">
            <a:avLst>
              <a:gd name="adj" fmla="val 3390"/>
            </a:avLst>
          </a:prstGeom>
          <a:solidFill>
            <a:srgbClr val="182422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0" descr="C:/Users/junio/Downloads/dev/UnityMetroidvania/Capturas/Interface/01_menu_princip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20240"/>
            <a:ext cx="3456432" cy="1508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35387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principal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11396" y="1865376"/>
            <a:ext cx="3566160" cy="1618488"/>
          </a:xfrm>
          <a:prstGeom prst="roundRect">
            <a:avLst>
              <a:gd name="adj" fmla="val 3390"/>
            </a:avLst>
          </a:prstGeom>
          <a:solidFill>
            <a:srgbClr val="182422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1" descr="C:/Users/junio/Downloads/dev/UnityMetroidvania/Capturas/Interface/01b_escolha_de_dificuldad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66260" y="1920240"/>
            <a:ext cx="3456432" cy="1508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66260" y="35387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de dificuldade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037576" y="1865376"/>
            <a:ext cx="3566160" cy="1618488"/>
          </a:xfrm>
          <a:prstGeom prst="roundRect">
            <a:avLst>
              <a:gd name="adj" fmla="val 3390"/>
            </a:avLst>
          </a:prstGeom>
          <a:solidFill>
            <a:srgbClr val="182422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3" name="Image 2" descr="C:/Users/junio/Downloads/dev/UnityMetroidvania/Capturas/Interface/03_menu_de_paus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0" y="1920240"/>
            <a:ext cx="3456432" cy="1508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92440" y="353872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de pausa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85216" y="4032504"/>
            <a:ext cx="3566160" cy="1618488"/>
          </a:xfrm>
          <a:prstGeom prst="roundRect">
            <a:avLst>
              <a:gd name="adj" fmla="val 3390"/>
            </a:avLst>
          </a:prstGeom>
          <a:solidFill>
            <a:srgbClr val="182422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6" name="Image 3" descr="C:/Users/junio/Downloads/dev/UnityMetroidvania/Capturas/Interface/04_tela_de_mort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0080" y="4087368"/>
            <a:ext cx="3456432" cy="1508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40080" y="570585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morte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311396" y="4032504"/>
            <a:ext cx="3566160" cy="1618488"/>
          </a:xfrm>
          <a:prstGeom prst="roundRect">
            <a:avLst>
              <a:gd name="adj" fmla="val 3390"/>
            </a:avLst>
          </a:prstGeom>
          <a:solidFill>
            <a:srgbClr val="182422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9" name="Image 4" descr="C:/Users/junio/Downloads/dev/UnityMetroidvania/Capturas/Interface/05_tela_de_vitoria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66260" y="4087368"/>
            <a:ext cx="3456432" cy="15087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366260" y="570585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vitória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8037576" y="4032504"/>
            <a:ext cx="3566160" cy="1618488"/>
          </a:xfrm>
          <a:prstGeom prst="roundRect">
            <a:avLst>
              <a:gd name="adj" fmla="val 3390"/>
            </a:avLst>
          </a:prstGeom>
          <a:solidFill>
            <a:srgbClr val="182422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22" name="Image 5" descr="C:/Users/junio/Downloads/dev/UnityMetroidvania/Capturas/Interface/05_creditos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92440" y="4087368"/>
            <a:ext cx="3456432" cy="15087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092440" y="570585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Créditos, dentro do jogo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57200" cy="457200"/>
          </a:xfrm>
          <a:prstGeom prst="ellipse">
            <a:avLst/>
          </a:prstGeom>
          <a:solidFill>
            <a:srgbClr val="EFC9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C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20624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trilha é código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dos pacotes de arte trazia áudio, e o jogo não ia ficar mudo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0" b="1" dirty="0">
                <a:solidFill>
                  <a:srgbClr val="EF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8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de áudio no projeto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319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música é gerada por síntese quando o jogo roda: escala menor, arpejo lento e baixo sustentado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região tem tônica e andamento próprios, então a mudança de lugar se ouve</a:t>
            </a:r>
            <a:endParaRPr lang="en-US" sz="1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é ajustável no menu, e a trilha fica embaixo do jogo, não à frente dele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1874520"/>
            <a:ext cx="5056632" cy="2103120"/>
          </a:xfrm>
          <a:prstGeom prst="roundRect">
            <a:avLst>
              <a:gd name="adj" fmla="val 2174"/>
            </a:avLst>
          </a:prstGeom>
          <a:solidFill>
            <a:srgbClr val="1824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48272" y="2075688"/>
            <a:ext cx="4544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 não é só técnica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748272" y="2441448"/>
            <a:ext cx="454456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Trazer som de terceiros significaria uma terceira licença para conferir e creditar. Gerar por código resolveu o problema e tirou uma dependência de cima da entrega.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0" y="4206240"/>
            <a:ext cx="5056632" cy="1874520"/>
          </a:xfrm>
          <a:prstGeom prst="roundRect">
            <a:avLst>
              <a:gd name="adj" fmla="val 2439"/>
            </a:avLst>
          </a:prstGeom>
          <a:solidFill>
            <a:srgbClr val="1824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48272" y="4407408"/>
            <a:ext cx="4544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está no código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748272" y="4773168"/>
            <a:ext cx="454456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Assets/Scripts/Systems/TrilhaSonora.cs. Os efeitos de combate seguem a mesma ideia.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57200" cy="457200"/>
          </a:xfrm>
          <a:prstGeom prst="ellipse">
            <a:avLst/>
          </a:prstGeom>
          <a:solidFill>
            <a:srgbClr val="EFC9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C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20624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cenas nascem de texto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região foi montada arrastando objetos na tela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5486400" cy="2514600"/>
          </a:xfrm>
          <a:prstGeom prst="roundRect">
            <a:avLst>
              <a:gd name="adj" fmla="val 1818"/>
            </a:avLst>
          </a:prstGeom>
          <a:solidFill>
            <a:srgbClr val="0A120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7824" y="2029968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CB4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...........N....................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CB4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........=======.................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CB4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....=======.........=======.....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CB4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....P....C..................B...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CB4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################################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Trecho do mapa da Orla da Vila, em SceneBuilder.cs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9377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caractere é um tile de uma unidade: # é chão, = é plataforma, P é o início, C é marco de descanso, B é inimigo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menu Kaida → MONTAR TUDO regenera os sprites, as animações, os prefabs, os tiles e as seis cenas</a:t>
            </a:r>
            <a:endParaRPr lang="en-US" sz="13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level design fica versionado como texto, então dá para revisar uma mudança de mapa no Git, linha por linha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83096" y="2322576"/>
            <a:ext cx="5120640" cy="2221992"/>
          </a:xfrm>
          <a:prstGeom prst="roundRect">
            <a:avLst>
              <a:gd name="adj" fmla="val 2469"/>
            </a:avLst>
          </a:prstGeom>
          <a:solidFill>
            <a:srgbClr val="182422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11" name="Image 0" descr="C:/Users/junio/Downloads/dev/UnityMetroidvania/Capturas/01_OrlaDaVil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2377440"/>
            <a:ext cx="5010912" cy="211226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537960" y="4599432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região, já montada pelo gerador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57200" cy="457200"/>
          </a:xfrm>
          <a:prstGeom prst="ellipse">
            <a:avLst/>
          </a:prstGeom>
          <a:solidFill>
            <a:srgbClr val="EFC9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C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20624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157 testes automatizados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parte deles nasceu de defeito encontrado jogando, e ficou para não deixar voltar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18242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3852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CB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8833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EditMode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do projeto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18242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938528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F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68833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PlayMode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física rodando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56432"/>
            <a:ext cx="5394960" cy="1325880"/>
          </a:xfrm>
          <a:prstGeom prst="roundRect">
            <a:avLst>
              <a:gd name="adj" fmla="val 3448"/>
            </a:avLst>
          </a:prstGeom>
          <a:solidFill>
            <a:srgbClr val="18242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3657600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dos mapas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023360"/>
            <a:ext cx="48828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 as superfícies a partir do ponto de partida e reprova a região se algo ficar fora de alcance.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56632"/>
            <a:ext cx="5394960" cy="1325880"/>
          </a:xfrm>
          <a:prstGeom prst="roundRect">
            <a:avLst>
              <a:gd name="adj" fmla="val 3448"/>
            </a:avLst>
          </a:prstGeom>
          <a:solidFill>
            <a:srgbClr val="1824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5257800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Chão com colisão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5623560"/>
            <a:ext cx="48828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 cada região, solta a personagem e mede se ela cai. Chão sem colisão não aparece em captura nenhuma.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1828800"/>
            <a:ext cx="5056632" cy="2057400"/>
          </a:xfrm>
          <a:prstGeom prst="roundRect">
            <a:avLst>
              <a:gd name="adj" fmla="val 2222"/>
            </a:avLst>
          </a:prstGeom>
          <a:solidFill>
            <a:srgbClr val="18242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48272" y="2029968"/>
            <a:ext cx="4544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defeito que nenhum teste pegava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748272" y="2395728"/>
            <a:ext cx="45445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Virar a personagem de lado só troca o flipX do sprite. Os marcadores presos a ela continuavam à direita, então virada para a esquerda o golpe saía pelas costas.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4069080"/>
            <a:ext cx="5056632" cy="2011680"/>
          </a:xfrm>
          <a:prstGeom prst="roundRect">
            <a:avLst>
              <a:gd name="adj" fmla="val 2273"/>
            </a:avLst>
          </a:prstGeom>
          <a:solidFill>
            <a:srgbClr val="18242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48272" y="4270248"/>
            <a:ext cx="4544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pegava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748272" y="4636008"/>
            <a:ext cx="454456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testes de combate punham o inimigo à direita. O teste que faltava não era mais um teste de dano: era o mesmo caso com o inimigo do outro lado.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75488"/>
            <a:ext cx="457200" cy="457200"/>
          </a:xfrm>
          <a:prstGeom prst="ellipse">
            <a:avLst/>
          </a:prstGeom>
          <a:solidFill>
            <a:srgbClr val="EFC9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75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C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420624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7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fez o quê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9875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frente corresponde a pastas identificáveis no repositório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908792" cy="1024128"/>
          </a:xfrm>
          <a:prstGeom prst="roundRect">
            <a:avLst>
              <a:gd name="adj" fmla="val 4464"/>
            </a:avLst>
          </a:prstGeom>
          <a:solidFill>
            <a:srgbClr val="18242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02996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Pereira Raimundo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02996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Personagem e controles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design e geração de cenas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202996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Assets/Scripts/Player/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Assets/Editor/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62656"/>
            <a:ext cx="10908792" cy="1024128"/>
          </a:xfrm>
          <a:prstGeom prst="roundRect">
            <a:avLst>
              <a:gd name="adj" fmla="val 4464"/>
            </a:avLst>
          </a:prstGeom>
          <a:solidFill>
            <a:srgbClr val="18242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16382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Fabrício Júnio Almeida Dias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1638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Inimigos e chefe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Laje solta, testes e qualidade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3163824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Assets/Scripts/Enemies/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Assets/Tests/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096512"/>
            <a:ext cx="10908792" cy="1024128"/>
          </a:xfrm>
          <a:prstGeom prst="roundRect">
            <a:avLst>
              <a:gd name="adj" fmla="val 4464"/>
            </a:avLst>
          </a:prstGeom>
          <a:solidFill>
            <a:srgbClr val="18242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29768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Kauã Limão Nunes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42976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Mundo, progressão e salvamento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29768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Assets/Scripts/World/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Assets/Scripts/Systems/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230368"/>
            <a:ext cx="10908792" cy="1024128"/>
          </a:xfrm>
          <a:prstGeom prst="roundRect">
            <a:avLst>
              <a:gd name="adj" fmla="val 4464"/>
            </a:avLst>
          </a:prstGeom>
          <a:solidFill>
            <a:srgbClr val="18242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43153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Miranda Padilha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543153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 áudio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e entrega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543153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Assets/Scripts/UI/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26364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divisão completa, com o que cada frente cobre, está em docs/CONTRIBUICOES.md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C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junio/Downloads/dev/UnityMetroidvania/Capturas/04_CavernaMusgos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0B0A">
              <a:alpha val="8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F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jogar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640080" y="2377440"/>
            <a:ext cx="5852160" cy="1463040"/>
          </a:xfrm>
          <a:prstGeom prst="roundRect">
            <a:avLst>
              <a:gd name="adj" fmla="val 3125"/>
            </a:avLst>
          </a:prstGeom>
          <a:solidFill>
            <a:srgbClr val="0A1211">
              <a:alpha val="90000"/>
            </a:srgbClr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257860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github.com/fabriciojunio/kaida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999232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Baixe o Kaida-Windows.zip em Releases, extraia a pasta e execute Kaida.exe.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64 bits, sem instalar mais nada.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4069080"/>
            <a:ext cx="5852160" cy="1371600"/>
          </a:xfrm>
          <a:prstGeom prst="roundRect">
            <a:avLst>
              <a:gd name="adj" fmla="val 3333"/>
            </a:avLst>
          </a:prstGeom>
          <a:solidFill>
            <a:srgbClr val="0A1211">
              <a:alpha val="90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425196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abrir na engine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64515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2022.3, e clicar em Kaida → MONTAR TUDO antes do Play: o projeto se monta a partir do código.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715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Arte: Legacy Fantasy - High Forest, de Anokolisa, e Stringstar Fields.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Gratuitos, creditados na tela de créditos do jogo.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Ciencia da Computacao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Kaida - Raizes do Esquecimento</dc:title>
  <dc:subject>PptxGenJS Presentation</dc:subject>
  <dc:creator>Fabricio Junio Almeida Dias</dc:creator>
  <cp:lastModifiedBy>Fabricio Junio Almeida Dias</cp:lastModifiedBy>
  <cp:revision>1</cp:revision>
  <dcterms:created xsi:type="dcterms:W3CDTF">2026-09-28T13:29:11Z</dcterms:created>
  <dcterms:modified xsi:type="dcterms:W3CDTF">2026-09-28T13:29:11Z</dcterms:modified>
</cp:coreProperties>
</file>